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10"/>
    <p:sldId id="264" r:id="rId11"/>
    <p:sldId id="25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72665" y="2686050"/>
            <a:ext cx="7646670" cy="1315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CSTH</a:t>
            </a:r>
            <a:endParaRPr lang="en-US" altLang="zh-CN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005" y="701040"/>
            <a:ext cx="4842510" cy="33889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085" y="4006215"/>
            <a:ext cx="6619240" cy="13519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1500" y="34925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机理模型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925" y="5645150"/>
            <a:ext cx="10603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冷水进，热水进，在釜内加热后出来，通过调整加热量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Wst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来控制加热釜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出口温度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71500" y="34925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使用数字式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算法对系统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进行控制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先看开环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情况：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1546225"/>
            <a:ext cx="9982835" cy="33216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5005" y="5278120"/>
            <a:ext cx="113074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开环情况下，冷水流量提升会导致出口温度下降，热水流量提升，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Wst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提升会导致出口温度上升，与实际情况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相符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71500" y="34925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使用数字式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算法对系统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进行控制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再看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情况：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628140"/>
            <a:ext cx="11389995" cy="38576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5005" y="5565140"/>
            <a:ext cx="113074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闭环情况下，在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控制中，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Kp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影响系统响应速度，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Kp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越大系统的振荡性变大，同时到一个新的稳态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所用的时间更短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71500" y="34925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使用数字式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算法对系统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进行控制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故障模拟叠加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噪声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060" y="1534160"/>
            <a:ext cx="7486650" cy="3789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005" y="5720715"/>
            <a:ext cx="113074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模拟了四种故障工况，分别是传感器故障（影响回传的温度），加热管阀门锁死（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Wst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不变化），加热效率下降（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Wst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乘一个缩小系数），快速脉冲故障（回传温度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叠加正弦式的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波动）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71500" y="349250"/>
            <a:ext cx="104971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数据驱动模型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使用故障模拟的数据去训练模型，用前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10s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的数据预测后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5s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的数据（窗口化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提取数据）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data_3_model_Transformer_9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3952240"/>
            <a:ext cx="4478655" cy="2461260"/>
          </a:xfrm>
          <a:prstGeom prst="rect">
            <a:avLst/>
          </a:prstGeom>
        </p:spPr>
      </p:pic>
      <p:pic>
        <p:nvPicPr>
          <p:cNvPr id="3" name="图片 2" descr="data_3_model_BiLSTM_9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1392555"/>
            <a:ext cx="4478655" cy="2461260"/>
          </a:xfrm>
          <a:prstGeom prst="rect">
            <a:avLst/>
          </a:prstGeom>
        </p:spPr>
      </p:pic>
      <p:pic>
        <p:nvPicPr>
          <p:cNvPr id="7" name="图片 6" descr="data_3_model_LSTM_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65" y="3952240"/>
            <a:ext cx="4478655" cy="2461260"/>
          </a:xfrm>
          <a:prstGeom prst="rect">
            <a:avLst/>
          </a:prstGeom>
        </p:spPr>
      </p:pic>
      <p:pic>
        <p:nvPicPr>
          <p:cNvPr id="8" name="图片 7" descr="data_3_model_MLP_9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65" y="1392555"/>
            <a:ext cx="4478655" cy="24612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12620" y="303022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MLP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12620" y="552196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LSTM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63410" y="303022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iLSTM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17715" y="5521960"/>
            <a:ext cx="18630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ransformer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6413500"/>
            <a:ext cx="12259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ym typeface="+mn-ea"/>
              </a:rPr>
              <a:t>故障在第</a:t>
            </a:r>
            <a:r>
              <a:rPr lang="en-US" altLang="zh-CN" b="1">
                <a:sym typeface="+mn-ea"/>
              </a:rPr>
              <a:t>890</a:t>
            </a:r>
            <a:r>
              <a:rPr lang="zh-CN" altLang="en-US" b="1">
                <a:sym typeface="+mn-ea"/>
              </a:rPr>
              <a:t>步时引入，该故障会导致温度下降，使用</a:t>
            </a:r>
            <a:r>
              <a:rPr lang="en-US" altLang="zh-CN" b="1">
                <a:sym typeface="+mn-ea"/>
              </a:rPr>
              <a:t>MLP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BiLstm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LSTM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Transformer</a:t>
            </a:r>
            <a:r>
              <a:rPr lang="zh-CN" altLang="en-US" b="1">
                <a:sym typeface="+mn-ea"/>
              </a:rPr>
              <a:t>在第</a:t>
            </a:r>
            <a:r>
              <a:rPr lang="en-US" altLang="zh-CN" b="1">
                <a:sym typeface="+mn-ea"/>
              </a:rPr>
              <a:t>910</a:t>
            </a:r>
            <a:r>
              <a:rPr lang="zh-CN" altLang="en-US" b="1">
                <a:sym typeface="+mn-ea"/>
              </a:rPr>
              <a:t>步时进行温度预报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ata_5_model_Transformer_9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7645" y="2961005"/>
            <a:ext cx="4935220" cy="2757805"/>
          </a:xfrm>
          <a:prstGeom prst="rect">
            <a:avLst/>
          </a:prstGeom>
        </p:spPr>
      </p:pic>
      <p:pic>
        <p:nvPicPr>
          <p:cNvPr id="5" name="图片 4" descr="data_5_model_BiLSTM_9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45" y="203200"/>
            <a:ext cx="4935220" cy="2757805"/>
          </a:xfrm>
          <a:prstGeom prst="rect">
            <a:avLst/>
          </a:prstGeom>
        </p:spPr>
      </p:pic>
      <p:pic>
        <p:nvPicPr>
          <p:cNvPr id="14" name="图片 13" descr="data_5_model_LSTM_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961005"/>
            <a:ext cx="4935220" cy="2757805"/>
          </a:xfrm>
          <a:prstGeom prst="rect">
            <a:avLst/>
          </a:prstGeom>
        </p:spPr>
      </p:pic>
      <p:pic>
        <p:nvPicPr>
          <p:cNvPr id="15" name="图片 14" descr="data_5_model_MLP_9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03200"/>
            <a:ext cx="4935220" cy="27578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6200" y="6045200"/>
            <a:ext cx="12259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ym typeface="+mn-ea"/>
              </a:rPr>
              <a:t>故障在第</a:t>
            </a:r>
            <a:r>
              <a:rPr lang="en-US" altLang="zh-CN" b="1">
                <a:sym typeface="+mn-ea"/>
              </a:rPr>
              <a:t>890</a:t>
            </a:r>
            <a:r>
              <a:rPr lang="zh-CN" altLang="en-US" b="1">
                <a:sym typeface="+mn-ea"/>
              </a:rPr>
              <a:t>步时引入，该故障会导致温度</a:t>
            </a:r>
            <a:r>
              <a:rPr lang="zh-CN" altLang="en-US" b="1">
                <a:sym typeface="+mn-ea"/>
              </a:rPr>
              <a:t>波动，使用</a:t>
            </a:r>
            <a:r>
              <a:rPr lang="en-US" altLang="zh-CN" b="1">
                <a:sym typeface="+mn-ea"/>
              </a:rPr>
              <a:t>MLP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BiLstm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LSTM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Transformer</a:t>
            </a:r>
            <a:r>
              <a:rPr lang="zh-CN" altLang="en-US" b="1">
                <a:sym typeface="+mn-ea"/>
              </a:rPr>
              <a:t>在第</a:t>
            </a:r>
            <a:r>
              <a:rPr lang="en-US" altLang="zh-CN" b="1">
                <a:sym typeface="+mn-ea"/>
              </a:rPr>
              <a:t>910</a:t>
            </a:r>
            <a:r>
              <a:rPr lang="zh-CN" altLang="en-US" b="1">
                <a:sym typeface="+mn-ea"/>
              </a:rPr>
              <a:t>步时进行温度预报</a:t>
            </a:r>
            <a:endParaRPr lang="zh-CN" altLang="en-US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5520" y="216662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MLP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0920" y="486156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LSTM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72910" y="2115820"/>
            <a:ext cx="1737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iLSTM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27215" y="4861560"/>
            <a:ext cx="18630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ransformer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1" name="图片 20" descr="连续搅拌加热罐_model_Transformer_从990步开始预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" y="899160"/>
            <a:ext cx="11430000" cy="4762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190" y="3300095"/>
            <a:ext cx="5450840" cy="29451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" y="3140075"/>
            <a:ext cx="5407025" cy="29654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05" y="117475"/>
            <a:ext cx="5407025" cy="29781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图片 6"/>
          <p:cNvPicPr>
            <a:picLocks noChangeAspect="1"/>
          </p:cNvPicPr>
          <p:nvPr/>
        </p:nvPicPr>
        <p:blipFill>
          <a:blip r:embed="rId4"/>
          <a:srcRect t="1322" r="-874"/>
          <a:stretch>
            <a:fillRect/>
          </a:stretch>
        </p:blipFill>
        <p:spPr>
          <a:xfrm>
            <a:off x="127000" y="62230"/>
            <a:ext cx="5498465" cy="29381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0" y="6245225"/>
            <a:ext cx="12261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用前</a:t>
            </a:r>
            <a:r>
              <a:rPr lang="en-US" altLang="zh-CN"/>
              <a:t>100</a:t>
            </a:r>
            <a:r>
              <a:rPr lang="zh-CN" altLang="en-US"/>
              <a:t>步（</a:t>
            </a:r>
            <a:r>
              <a:rPr lang="en-US" altLang="zh-CN"/>
              <a:t>10s</a:t>
            </a:r>
            <a:r>
              <a:rPr lang="zh-CN" altLang="en-US"/>
              <a:t>）的数据预测后</a:t>
            </a:r>
            <a:r>
              <a:rPr lang="en-US" altLang="zh-CN"/>
              <a:t>50</a:t>
            </a:r>
            <a:r>
              <a:rPr lang="zh-CN" altLang="en-US"/>
              <a:t>步（</a:t>
            </a:r>
            <a:r>
              <a:rPr lang="en-US" altLang="zh-CN"/>
              <a:t>5s</a:t>
            </a:r>
            <a:r>
              <a:rPr lang="zh-CN" altLang="en-US"/>
              <a:t>）的数据，故障在第</a:t>
            </a:r>
            <a:r>
              <a:rPr lang="en-US" altLang="zh-CN"/>
              <a:t>890</a:t>
            </a:r>
            <a:r>
              <a:rPr lang="zh-CN" altLang="en-US"/>
              <a:t>步时引入，该故障会导致温度</a:t>
            </a:r>
            <a:r>
              <a:rPr lang="zh-CN" altLang="en-US"/>
              <a:t>下降，使用</a:t>
            </a:r>
            <a:r>
              <a:rPr lang="en-US" altLang="zh-CN"/>
              <a:t>lstm</a:t>
            </a:r>
            <a:r>
              <a:rPr lang="zh-CN" altLang="en-US"/>
              <a:t>和</a:t>
            </a:r>
            <a:r>
              <a:rPr lang="en-US" altLang="zh-CN"/>
              <a:t>transformer</a:t>
            </a:r>
            <a:r>
              <a:rPr lang="zh-CN" altLang="en-US"/>
              <a:t>在第</a:t>
            </a:r>
            <a:r>
              <a:rPr lang="en-US" altLang="zh-CN"/>
              <a:t>900</a:t>
            </a:r>
            <a:r>
              <a:rPr lang="zh-CN" altLang="en-US"/>
              <a:t>步和</a:t>
            </a:r>
            <a:r>
              <a:rPr lang="en-US" altLang="zh-CN"/>
              <a:t>910</a:t>
            </a:r>
            <a:r>
              <a:rPr lang="zh-CN" altLang="en-US"/>
              <a:t>步时进行</a:t>
            </a:r>
            <a:r>
              <a:rPr lang="zh-CN" altLang="en-US"/>
              <a:t>温度预报</a:t>
            </a:r>
            <a:endParaRPr lang="zh-CN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WPS 演示</Application>
  <PresentationFormat>宽屏</PresentationFormat>
  <Paragraphs>50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Arial Unicode MS</vt:lpstr>
      <vt:lpstr>Times New Roman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Chris</cp:lastModifiedBy>
  <cp:revision>35</cp:revision>
  <dcterms:created xsi:type="dcterms:W3CDTF">2023-08-09T12:44:00Z</dcterms:created>
  <dcterms:modified xsi:type="dcterms:W3CDTF">2026-03-31T04:05:00Z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D3608E185DA3424D82B6652B3F6D3A23_12</vt:lpwstr>
  </property>
</Properties>
</file>